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Vibe Coding for Python Applications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C179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22 July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Industry certified in the subject area of this course.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Professional short courses for Tertiary Infotech Academy.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experience with Python and with AI coding assistants (if any).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What you want to build and deploy after this course.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Learn by doing — try every hands-on lab.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in at the LMS-TMS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this course from your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the Courseware tab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Slides (PPT/PDF), Learner Guide and Lesson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them open alongside the labs as you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Portal:  https://lms-tms.tertiaryinfotech.com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Vibe Coding Foundations &amp; Object-Oriented Python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Vibe Coding Foundations (Labs 1–4)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Object-Oriented Programming in Python (Labs 5–8)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Data Analytics with pandas, Pydantic &amp; FastAPI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Data Analytics with pandas (Labs 9–12)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Data Modelling with Pydantic and FastAPI (Labs 13–16)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9:30am–6:30pm · 1-hour lunch · tea breaks within training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Vibe Coding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vibe coding practices — set up a reproducible Python project with uv, and use an AI coding assistant to scaffold, explain and refactor working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Object-Oriented Python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Design and implement object-oriented Python — classes, encapsulation, inheritance and composition — using AI-assisted conversational design.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pandas Analytics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 data analytics pipelines with pandas — load, clean, transform, group and aggregate realistic datasets into reportable results.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Pydantic &amp; FastAPI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Model and validate data with Pydantic and expose it through a FastAPI application with typed request and response models.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Package &amp; Deploy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Package and deploy a Python application — dependency locking, configuration, containerisation and a running deployed service.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You'll 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demonstrates the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build it yourself in the hands-on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with the lab's 'Test it'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Discuss and troubleshoot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Recap against the learning 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Vibe Coding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Directing an AI assistant to write code you specify, review and own. The assistant accelerates you; it does not absolve you of correctness.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Reproducible Projects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uv manages the interpreter, the virtual environment and a lockfile, so the project installs identically on every machine.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Prompt Specification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State the goal, the constraints, the inputs and the expected output. Vague prompts produce plausible but wrong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Review Discipline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Read and run generated code before trusting it. Test the boundaries the prompt specified — that is where generated code fails.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Four-Part Prompt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the code must accomplish, in one sentence.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Constraints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Rules, thresholds, limits and error behaviour the code must honour.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Inputs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exact parameters and their types.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Expected Output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return shape and what it means.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KEY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assistant writes the code. You own the correctness.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Every lab in this course ends with a verification step, because generated code that looks right and is wrong is the defining risk of AI-assisted development.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You'll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CardGuard — a fraud screening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three-tier application built up lab by lab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Streamlit dashboard over a FastAPI service over SQLite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pandas analytics and a rule-based risk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Production practices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Locked dependencies with uv.lock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Typed request/response models with Pydantic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container image with a verified health endpoint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LEARNING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Every Lab Progresses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Specify the change with a four-part prompt.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Generate the code with your AI assistant.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Read every line before you run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Run it and test the boundaries.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Correct what the assistant got wrong.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Vibe Coding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uv Projects · AI Coding Assistants · Prompting Patterns · AI-Assisted Refactoring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Vibe Coding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Vibe coding is directing an AI assistant to write code you specify, review and own — you remain accountable for correctness.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uv manages the interpreter, virtual environment and locked dependencies: uv init, uv add, uv run.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Effective prompts state the goal, the constraints, the inputs and the expected output — vague prompts produce plausible but wrong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Always read and run AI-generated code before trusting it; refactoring conversationally is faster than rewriting by hand.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Vibe Coding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Up a Reproducible Python Project with uv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Write Effective Prompts for an AI Coding Assistant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Review and Correct AI-Generated Code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Refactor Working Code Conversationally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installs uv, creates a project, adds locked dependencies, and runs code through uv so the environment is identical on every machine. This is the foundation every later lab builds 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uv project with pyproject.toml, uv.lock and a working 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3.12, pyproject.toml, uv.lock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uv is installed and check the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--version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a new project folder and initialise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init cardguard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cd cardguard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Inspect what uv generated — note pyproject.toml is the project manifest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ls -a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cat pyproject.toml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Pin the Python version so every learner runs the same interpreter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python pin 3.12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a dependency — uv resolves, installs and writes uv.lock in one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pandas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Open uv.lock and observe the exact pinned versions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head -30 uv.lock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9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first script that proves the dependency is importable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main.py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main()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pd.DataFrame({"card": ["4111...1111", "5500...0004",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"4111...1111"],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"merchant": ["SG Grocer", "Overseas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ATM", "SG Grocer"],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"amount": [42.90, 800.00, 15.50]})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print(df)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print(f"Total screened: ${df['amount'].sum():,.2f}")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if __name__ == "__main__":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9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first script that proves the dependency is importable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main()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it through uv — no venv activation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main.py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reproducibility: delete the venv and restore it from the lockfile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rm -rf .venv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sync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main.py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uv run python main.py prints the transaction DataFrame and the screened total. After deleting .venv, uv sync restores it and the script produces identical output.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contrasts a vague prompt with a specified prompt on the same task, then applies the goal-constraints-inputs-output pattern to generate a function that handles real edge cases.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Two versions of a transaction risk-scoring function and a written comparison of the prompts that produced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AI coding assistant (Claude / Copilot / Cursor), uv,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Start from the vague prompt and record exactly what you get 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write a function to score a transaction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Read the generated code critically — list what it assumed. Typical gaps: what counts as high value, whether an overseas merchant matters, what the score range is, what happens for a negative amount.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Rewrite the prompt using the four-part pattern — goal, constraints, inputs, expected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Write a Python function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score_transaction(amount: float, is_overseas: bool, hour: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int) -&gt; dict that returns a risk score from 0 to 100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the reasons that contributed to it. Add 40 points when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the amount exceeds $500, 30 points when the merchant 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overseas, and 20 points when the hour is between 1am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5am. Cap the score at 100. Raise ValueError for 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negative amount or an hour outside 0-23. Return the score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and a list of reason strings.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improved result and read every line before running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scoring.py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score_transaction(amount: float, is_overseas: bool, hour: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int) -&gt; dict: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"""Return a 0-100 risk score for one transaction, with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its reasons."""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&lt;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ValueError("amount must not be negative")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not 0 &lt;= hour &lt;= 23: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ValueError("hour must be between 0 and 23")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HIGH_VALUE = 500.00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score, reasons = 0, []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improved result and read every line before running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&gt; HIGH_VALUE: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score += 40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reasons.append("high value")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is_overseas: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score += 30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reasons.append("overseas merchant")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1 &lt;= hour &lt;= 5: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score += 20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reasons.append("unusual hour")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{"score": min(score, 100), "reasons": reasons}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Test the boundaries the prompt specified — this is where generated code usually fails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scoring import score_transaction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print(score_transaction(42.90, False, 14))   # low risk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print(score_transaction(800.00, True, 3))    # every 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fires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print(score_transaction(500.00, False, 14))  # exactly on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threshold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the error paths actually raise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scoring import score_transaction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score_transaction(-100, False, 14)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ValueError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print('correctly raised:',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two sentences in your notes: which prompt produced code you would ship, and why.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specified prompt produces a function that caps the score at 100, fires each rule independently, and raises ValueError on invalid input. The learner can state why the vague prompt was insufficient.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learner is given a plausible but subtly wrong implementation, finds the defects by testing rather than by reading alone, and corrects them. This lab establishes that the developer, not the assistant, owns correctness.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corrected discount calculator plus a short defect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AI coding assistant, uv,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this generated function exactly as written — it looks reasonable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discount.py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apply_discount(price, tier):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tier == "gold":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price * 0.8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elif tier == "silver":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price * 0.9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elif tier == "bronze":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price * 0.95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price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Probe it with the values a real order system would send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discount import apply_discount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print(apply_discount(100, 'gold'))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print(apply_discount(100, 'GOLD'))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print(apply_discount(100, None))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print(apply_discount(-50, 'gold'))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print(apply_discount(100.555, 'silver'))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Record the defects you found: case sensitivity, no validation of price, unrounded currency, silent fallthrough on an unknown tier, and no type hints.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the assistant to fix the specific defects — name them, do not say 'improve this'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Fix these defects in apply_discount: (1)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tier matching must be case-insensitive, (2) raise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ValueError for a negative price, (3) raise ValueError for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an unrecognised tier instead of silently returning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full price, (4) round the result to 2 decimal places, (5)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add type hints and a docstring.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Review the corrected version line by line before accepting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discount.py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DISCOUNTS = {"gold": 0.20, "silver": 0.10, "bronze": 0.05}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apply_discount(price: float, tier: str) -&gt; float: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"""Return the price after applying the tier discount."""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price &lt;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ValueError("price must not be negative")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key = (tier or "").strip().lower()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key not in DISCOUNTS: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ValueError(f"unknown tier: {tier!r}")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round(price * (1 - DISCOUNTS[key]), 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Re-run every probe that previously failed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discount import apply_discount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print(apply_discount(100, 'GOLD'))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print(apply_discount(100.555, 'silver'))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bad in [(-50, 'gold'), (100, 'platinum'), (100, None)]: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apply_discount(*bad)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print('NOT CAUGHT:', bad)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ValueError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print('correctly raised:',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lesson: the first version ran without error on the happy path. Running is not the same as correct.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five defects are fixed and demonstrated by tests. The learner can explain why reading alone did not reveal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takes a working but poorly structured script, establishes a behavioural baseline, refactors it into small testable functions with AI assistance, and proves the output is unchanged.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refactored sales summary script with an unchanged, verified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AI coding assistant, uv,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working script — it produces correct output but is one long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sales_report.py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orders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1, "region": "North", "amount": 1200.50,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2, "region": "South", "amount": 890.00,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3, "region": "North", "amount": 450.25,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"refunded"},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4, "region": "East",  "amount": 2100.75,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5, "region": "South", "amount": 310.00,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"pending"},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working script — it produces correct output but is one long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totals =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o in orders: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o["status"] == "paid":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o["region"] not in totals: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totals[o["region"]]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totals[o["region"]] += o["amount"]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r in sorted(totals):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print(f"{r}: ${totals[r]:,.2f}")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print(f"TOTAL: ${sum(totals.values()):,.2f}")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Capture the baseline output to a file — this is the contract the refactor must preserve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sales_report.py &gt; baseline.txt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cat baseline.txt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for a structural refactor and state explicitly that behaviour must not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Refactor sales_report.py into three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functions — filter_paid(orders), total_by_region(orders)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and format_report(totals) — plus a main() guarded by if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__name__ == '__main__'. Add type hints. The printed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output must be byte-for-byte identical to the current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version.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refactored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sales_report.py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typing import Iterable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Order = dict[str, object]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ORDERS: list[Order]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1, "region": "North", "amount": 1200.50,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2, "region": "South", "amount": 890.00,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3, "region": "North", "amount": 450.25,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"refunded"},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4, "region": "East",  "amount": 2100.75, "status":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refactored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5, "region": "South", "amount": 310.00,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"pending"},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filter_paid(orders: Iterable[Order]) -&gt; list[Order]: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"""Return only the orders with status 'paid'."""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[o for o in orders if o["status"] == "paid"]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total_by_region(orders: Iterable[Order]) -&gt; dict[str,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float]: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"""Sum order amounts grouped by region."""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totals: dict[str, float] = {}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3/4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refactored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for o in orders: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region = str(o["region"])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totals[region] = totals.get(region, 0.0) +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float(o["amount"])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totals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format_report(totals: dict[str, float])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"""Render the per-region totals and the grand total."""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lines = [f"{r}: ${totals[r]:,.2f}" for r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sorted(totals)]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lines.append(f"TOTAL: ${sum(totals.values()):,.2f}")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"\n".join(lines)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4/4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refactored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main()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print(format_report(total_by_region(filter_paid(ORDERS))))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if __name__ == "__main__":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main()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the behaviour is unchanged by diffing against the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sales_report.py &gt; after.txt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diff baseline.txt after.txt &amp;&amp; echo 'IDENTICAL — refactor 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safe'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Now that the logic is in functions, test one piece in isolation — impossible before the refactor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sales_report import total_by_region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rows = [{'region': 'North', 'amount': 100.0, 'status':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'paid'},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{'region': 'North', 'amount': 50.0,  'status':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'paid'}]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assert total_by_region(rows) == {'North': 150.0}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print('unit test passed')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assertion is the test — it must fail before you trust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sequence that makes refactoring safe: baseline first, refactor second, diff third.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diff reports no difference between baseline.txt and after.txt, and total_by_region can be unit-tested independently.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Vibe Coding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Create and run a Python project using uv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Apply prompting patterns that produce correct, reviewable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Identify and fix defects in code produced by an AI assistant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Use an AI assistant to restructure code without changing its behaviour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Object-Oriented Programming in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Classes · Encapsulation · Inheritance · Composition · Dunder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Object-Oriented Programming in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class bundles data (attributes) with the behaviour that operates on it (methods); an object is one instance of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Encapsulation hides internal state behind methods and properties so callers depend on behaviour, not layout.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Inheritance models 'is-a' and shares behaviour; composition models 'has-a' and is usually the more flexible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Dunder methods (__init__, __repr__, __eq__) integrate your classes with Python's built-in operators and printing.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Object-Oriented Programming in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5–6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Model a Domain with Classes and Dunder Methods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Encapsulate State with Properties and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7–8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Rule Hierarchy with Inheritance and Polymorphism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Compose Rules into an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replaces loose dictionaries with a Transaction class, adds __init__, __repr__ and __eq__, and sees why a class is easier to reason about than a dict once behaviour is attached to the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Transaction class with construction, printing, equality and derived properties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3.12, dataclasses, sqlite3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Start the project and generate the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init cardguard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cd cardguard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pandas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cp ../mockdata.py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mockdata.py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Look at the raw shape of the data you are about to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 = con.execute('SELECT * FROM transactions LIMIT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1').fetchone()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Transaction class — data and the behaviour that belongs with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models.py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dataclasses import 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datetime import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Transaction: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"""One card transaction presented for screening."""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id: 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ts: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amount: float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merchant_category: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city: str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Transaction class — data and the behaviour that belongs with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lat: float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lon: float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hour(self) -&gt; int: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"""Hour of day, 0-23 — used by the unusual-hour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rule."""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self.ts.hour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is_high_risk_category(self) -&gt; bool: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self.merchant_category in {"crypto_exchange",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"gift_cards", "jewellery"}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property exposes state read-only — callers cannot assign to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Transaction class — data and the behaviour that belongs with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__repr__(self)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(f"Transaction(id={self.id},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card={self.card_ref},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f"${self.amount:,.2f},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{self.merchant_category}, {self.city})")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a constructor that builds a Transaction from a database 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@classmethod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from_row(cls, row: tuple) -&gt; "Transaction":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"""Build a Transaction from a sqlite row tuple."""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cls(id=row[0], card_ref=row[1],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ts=datetime.fromisoformat(row[2]),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amount=row[3], merchant_category=row[4],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city=row[5],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lat=row[6], lon=row[7])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real rows through the class and print them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rows = con.execute('SELECT * FROM transactions LIMIT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5').fetchall()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r in rows: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 = Transaction.from_row(r)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print(t, '| hour', t.hour, '| high risk',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t.is_high_risk_category)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@dataclass gave you equality for free — dicts compare by content, objects normally by identity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datetime import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 = Transaction(1, 'CH0001', datetime(2026,4,1,9), 50.0,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'grocery', 'Singapore', 1.35, 103.8)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 = Transaction(1, 'CH0001', datetime(2026,4,1,9), 50.0,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'grocery', 'Singapore', 1.35, 103.8)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print('equal:', a == b)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print('same object:', a is b)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gain: hour and is_high_risk_category live WITH the data. With dicts, that logic would be scattered across every caller.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Transaction.from_row builds objects from the database, __repr__ prints readably, __eq__ compares by value, and the derived properties return correct results.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a Cardholder class whose running spend baseline cannot be corrupted from outside, using private attributes, a read-only property and validation in the setter.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Cardholder class with a protected baseline and a validated update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class with state deliberately kept private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cardholder.py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Cardholder: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 card account with a running spend baseline used for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anomaly scoring."""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card_ref: str, name: str, home_city: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str, typical_amount: float):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typical_amount &lt;=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raise ValueError("typical_amount must 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positive")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self.card_ref = card_ref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self.name = name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self.home_city = home_city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class with state deliberately kept private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self._typical_amount = typical_amount   # leading _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internal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self._observed_count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typical_amount(self) -&gt; float: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"""Read-only view of the baseline — callers cannot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assign to it."""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round(self._typical_amount, 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observed_count(self) -&gt; int: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self._observed_count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property exposes state read-only — callers cannot assign to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only sanctioned way to move the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observe(self, amount: float)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"""Fold one new transaction into the running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baseline."""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amount &lt;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raise ValueError("amount must not be negative")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self._observed_count +=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weight = 1 / min(self._observed_count, 30)   #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rolling, recency-weighted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self._typical_amount = (1 - weight) *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self._typical_amount + weight * amount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deviation_factor(self, amount: float) -&gt; float: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"""How many times the baseline this amount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only sanctioned way to move the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represents."""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round(amount / self._typical_amount, 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the baseline cannot be overwritten from outside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ch = Cardholder('CH0001', 'Aisha Tan', 'Singapore', 120.0)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ch.typical_amount = 999999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AttributeError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print('blocked:',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Drive the baseline the sanctioned way and watch it move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ch = Cardholder('CH0001', 'Aisha Tan', 'Singapore', 120.0)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amt in [110, 130, 125, 118, 122]: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ch.observe(amt)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print('baseline', ch.typical_amount, 'after',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ch.observed_count, 'observations')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print('a $2,400 charge is', ch.deviation_factor(2400), 'x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baseline')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validation rejects bad input at both entry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bad in [lambda: Cardholder('C','n','SG',0), lambda: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Cardholder('C','n','SG',120).observe(-5)]: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bad(); print('NOT CAUGHT')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ValueError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print('correctly raised:',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the real cardholders and rank them by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rows = con.execute('SELECT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card_ref,name,home_city,typical_amount FROM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cardholders').fetchall()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chs = [Cardholder(*r) for r in rows]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top = sorted(chs, key=lambda c: c.typical_amount,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reverse=True)[:5]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c in top: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print(f'{c.card_ref} {c.name:&lt;16} baseline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5EEAD4"/>
                </a:solidFill>
                <a:latin typeface="Consolas"/>
              </a:rPr>
              <a:t>      ${c.typical_amount:,.2f}')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the real cardholders and rank them by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why this matters for fraud: if any caller could assign typical_amount directly, an attacker-controlled input path could raise the baseline until nothing looks anomalous.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Assigning to typical_amount raises AttributeError; observe() updates the baseline; both constructors and observe() reject invalid values; the 5 highest baselines print from the database.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learner defines an abstract FraudRule base class and implements four concrete rules. Each rule scores a transaction differently but presents an identical interface, so the caller never needs to know which rule it holds.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abstract FraudRule plus AmountDeviationRule, UnusualHourRule, HighRiskCategoryRule and VelocityRule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3.12, abc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contract every rule must satisfy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rules.py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abc import ABC, abstractmethod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dataclasses import 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RuleResult: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"""One rule's verdict on one transaction."""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rule_name: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score: float          # 0.0 (clean) .. 1.0 (certain)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reason: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contract every rule must satisfy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FraudRule(ABC):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"""Base class: every rule scores a transaction from 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to 1.0."""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weight: float = 1.0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name(self)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self.__class__.__name__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@abstractmethod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txn: Transaction, holder: Cardholder,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history: list[Transaction]) -&gt; RuleResult: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property exposes state read-only — callers cannot assign to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Subclasses MUST implement this — the contract is enforced.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contract every rule must satisfy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"""Return this rule's verdict. Must be implemented by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every subclass."""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the abstract class cannot be instantiated — the contract is enforced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FraudRule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FraudRule()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TypeError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print('correctly blocked:',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amount-deviation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AmountDeviationRule(FraudRule):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"""Flags spend far above this cardholder's 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baseline."""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 = 1.2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alert_factor: float = 8.0):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self.alert_factor = alert_factor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txn, holder, history):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factor = holder.deviation_factor(txn.amount)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 = min(factor / self.alert_factor, 1.0) if factor 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1 else 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RuleResult(self.name, round(s, 3),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amount-deviation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f"${txn.amount:,.2f} is {factor}x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the ${holder.typical_amount:,.2f} baseline")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unusual-hour and high-risk-category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UnusualHourRule(FraudRule):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"""Flags activity outside the cardholder's normal waking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window."""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 = 0.6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txn, holder, history):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 = 0.8 if txn.hour in {0, 1, 2, 3, 4, 5} else 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RuleResult(self.name, s, f"transaction 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{txn.hour:02d}:00")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HighRiskCategoryRule(FraudRule):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"""Flags merchant categories with elevated chargeback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rates."""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unusual-hour and high-risk-category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 = 0.8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RISK = {"crypto_exchange": 0.9, "gift_cards": 0.8,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"jewellery": 0.6, "online_gaming": 0.5}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txn, holder, history):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 = self.RISK.get(txn.merchant_category, 0.0)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RuleResult(self.name, s, f"category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{txn.merchant_category}")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velocity rule — it needs history, which the shared interface already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datetime import timedelta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VelocityRule(FraudRule):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"""Flags many transactions inside a short window."""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 = 1.5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window_minutes: int = 10, threshold: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int = 4):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self.window = timedelta(minutes=window_minutes)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self.threshold = threshold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txn, holder, history):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recent = [h for h in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velocity rule — it needs history, which the shared interface already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if 0 &lt;= (txn.ts - h.ts).total_seconds() &lt;=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self.window.total_seconds()]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n = len(recent) + 1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 = min((n - 1) / self.threshold, 1.0) if n &gt; 1 else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RuleResult(self.name, round(s, 3),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f"{n} transactions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{self.window.seconds // 60} minutes")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Call every rule through the SAME interface — this is polymorphism doing real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UnusualHourRule,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HighRiskCategoryRule, VelocityRule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 = con.execute('SELECT * FROM transactions WHERE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is_known_fraud=1 ORDER BY amount DESC LIMIT 1').fetchone()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txn = Transaction.from_row(row)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chr_ = con.execute('SELECT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card_ref,name,home_city,typical_amount FROM cardholders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WHERE card_ref=?', (txn.card_ref,)).fetchone()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Call every rule through the SAME interface — this is polymorphism doing real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holder = Cardholder(*chr_)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rules = [AmountDeviationRule(), UnusualHourRule(),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HighRiskCategoryRule(), VelocityRule()]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print(txn)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r in rules: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 = r.score(txn, holder, [])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print(f'  {res.rule_name:&lt;24} {res.score:&gt;5}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{res.reason}')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what inheritance bought: adding a fifth rule requires no change to any caller.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FraudRule cannot be instantiated; all four rules implement score() and return a RuleResult; a known-fraud transaction produces non-zero scores from the relevant 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a RuleEngine that HAS-A list of rules rather than inheriting from any of them, producing a weighted composite score with a full explanation of every contributing rule.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RuleEngine returning a ScreeningResult with a composite score and per-rule reasons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engine — note it inherits from nothing; it composes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engine.py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dataclasses import dataclass, field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FraudRule, RuleResult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ScreeningResult: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"""The engine's decision, with every reason that produced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it."""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txn_id: 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composite_score: float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engine — note it inherits from nothing; it composes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889503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615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flagged: bool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results: list[RuleResult] = field(default_factory=list)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explain(self)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head = (f"Transaction {self.txn_id}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({self.card_ref}):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f"score {self.composite_score}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f"{'FLAGGED' if self.flagged else 'clean'}")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lines = [f"    - {r.rule_name} {r.score} ::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{r.reason}"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for r in self.results if r.score &gt; 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"\n".join([head, *lines])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engine itself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RuleEngine: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"""Composes independent rules into one weighted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decision."""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rules: list[FraudRule], threshold: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float = 0.55):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not rules: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raise ValueError("at least one rule is required")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self.rules = rules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self.threshold = threshold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screen(self, txn: Transaction, holder: Cardholder,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history: list[Transaction]) -&gt; ScreeningResult: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engine itself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results = [r.score(txn, holder, history) for r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self.rules]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total_weight = sum(r.weight for r in self.rules)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composite = sum(res.score * rule.weight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for res, rule in zip(results,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self.rules)) / total_weight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composite = round(composite, 3)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ScreeningResult(txn.id, txn.card_ref,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composite,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     composite &gt;= self.threshold,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results)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known-fraud transaction and read the explanation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UnusualHourRule,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HighRiskCategoryRule, VelocityRule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engine import RuleEngine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 = con.execute('SELECT * FROM transactions WHERE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is_known_fraud=1 ORDER BY amount DESC LIMIT 1').fetchone()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txn = Transaction.from_row(row)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holder = Cardholder(*con.execute('SELECT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card_ref,name,home_city,typical_amount FROM cardholders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known-fraud transaction and read the explanation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WHERE card_ref=?',(txn.card_ref,)).fetchone())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eng = RuleEngine([AmountDeviationRule(), UnusualHourRule(),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HighRiskCategoryRule(), VelocityRule()])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print(eng.screen(txn, holder, []).explain())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normal transaction and confirm it stays clean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UnusualHourRule,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HighRiskCategoryRule, VelocityRule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engine import RuleEngine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 = con.execute("SELECT * FROM transactions WHERE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is_known_fraud=0 AND merchant_category='grocery' LIMIT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1").fetchone()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txn = Transaction.from_row(row)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holder = Cardholder(*con.execute('SELECT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normal transaction and confirm it stays clean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card_ref,name,home_city,typical_amount FROM cardholders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WHERE card_ref=?',(txn.card_ref,)).fetchone())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eng = RuleEngine([AmountDeviationRule(), UnusualHourRule(),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HighRiskCategoryRule(), VelocityRule()])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print(eng.screen(txn, holder, []).explain())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Reconfigure the engine WITHOUT touching any rule class — composition in 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HighRiskCategoryRule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engine import RuleEngine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strict = RuleEngine([AmountDeviationRule(alert_factor=4.0),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HighRiskCategoryRule()], threshold=0.35)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print('rules:', [r.name for r in strict.rules], 'threshold:',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strict.threshold)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your AI assistant to add a fifth rule and confirm the engine needs no edit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Add a RoundAmountRule to rules.py that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subclasses FraudRule with weight 0.4 and returns score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0.5 when the transaction amount is an exact multiple of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100, since round-number testing charges are a common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card-testing signal. Do not modify RuleEngine.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design principle: inheritance shares WHAT rules are; composition decides WHICH rules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engine flags the known-fraud transaction with a readable explanation, leaves a grocery transaction clean, and can be reconfigured with different rules and thresholds without editing any rule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Object-Oriented Programming in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Define classes that bundle data with behaviour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Protect object state behind a controlled interface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Share behaviour through a base class and override it per 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Use composition to assemble behaviour from independent parts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Analytics with pandas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DataFrames · Cleaning · Transformation · GroupBy · Aggregation ·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Analytics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DataFrame is a labelled 2-D table; a Series is one column. Most analytics is selecting, filtering and reshaping these.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Real data is dirty: missing values, wrong dtypes and duplicates must be handled explicitly before analysis.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split-apply-combine (groupby then aggregate) answers most business questions about a dataset.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analytics pipeline should be a set of small, testable functions — not one long script.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Analytics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9–10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Load and Explore Transactions with pandas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Handle Errors with Exceptions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11–12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Per-Cardholder Baselines with GroupBy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Detect Velocity Bursts with Rolling Time 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loads the transaction table into pandas, inspects dtypes and null counts, and produces a first profile of spending — the step every analytics task starts with.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loaded, correctly-typed transactions DataFrame plus a spend profile by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pandas 3.0, sqlite3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pandas and load the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pandas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sqlite3,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pd.read_sql_query('SELECT * FROM transactions', con)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print(df.shape)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print(df.head())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Inspect dtypes — note ts arrived as text, not datetime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sqlite3,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pd.read_sql_query('SELECT * FROM transactions', con)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print(df.dtypes)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print(df.isna().sum())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loader that fixes the types once, so no downstream code has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load_transactions(db_path: str = "cardguard.db") 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pd.DataFrame: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"""Load transactions with correct dtypes."""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 = sqlite3.connect(db_path)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 = pd.read_sql_query("SELECT * FROM transactions",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finally: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con.close()          # always closes, even if the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med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loader that fixes the types once, so no downstream code has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query raises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df["ts"] = pd.to_datetime(df["ts"])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df["merchant_category"]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df["merchant_category"].astype("category")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df["hour"] = df["ts"].dt.hour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df["date"] = df["ts"].dt.date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Profile spend by merchant category — split-apply-combine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load_transactions()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profile = (df.groupby('merchant_category',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observed=True)['amount']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.agg(['count', 'sum', 'mean', 'max']).round(2)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.sort_values('sum', ascending=False))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print(profile)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Answer a real business question: which hours carry the most spend?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load_transactions()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by_hour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df.groupby('hour')['amount'].agg(['count','sum']).round(2)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print(by_hour.tail(8))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print('\novernight share:',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round(100*df[df.hour&lt;6]['amount'].sum()/df['amount'].sum(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),2), '%')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See the pandas 3.0 Copy-on-Write behaviour that AI assistants get wrong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pd.DataFrame({'a':[1,2,3],'b':[10,20,30]})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The pandas 1.x idiom an assistant will often generate: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df[df.a &gt; 1]['b']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print(df)   # unchanged under Copy-on-Write — the write went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to a temporary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The correct form: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df.loc[df.a &gt; 1, 'b']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lesson: verify generated pandas against your installed version, not against a tutorial.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load_transactions returns 10,851 rows with ts as datetime64; the category profile and hourly breakdown print; the learner can state why chained assignment silently fails.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learner makes the loader robust: catching the specific failures that actually occur, defining a custom exception hierarchy for the domain, and guaranteeing cleanup with finally. A screening service that crashes on one bad row fails open — this lab prevents that.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domain exception hierarchy plus a validated, fail-safe loader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pandas, sqlite3, Python exceptions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exceptions that describe the DOMAIN, not the plumbing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errors.py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CardGuardError(Exception):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"""Base class for every CardGuard failure — callers can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catch this one type."""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DataSourceError(CardGuardError):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"""The transaction store could not be read."""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ValidationError(CardGuardError):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 transaction failed validation before scoring."""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field: str, value, message: str):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self.field, self.value = field, value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super().__init__(f"{field}={value!r}: {message}")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exceptions that describe the DOMAIN, not the plumbing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RuleExecutionError(CardGuardError):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 scoring rule raised while screening a transaction."""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Catch the SPECIFIC errors that happen, and translate them to domain errors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 (updated)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pathlib import Path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errors import DataSourceError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load_transactions(db_path: str = "cardguard.db") 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pd.DataFrame: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"""Load transactions, raising DataSourceError on any read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failure."""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not Path(db_path).exists():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DataSourceError(f"database not found: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{db_path}")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med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Catch the SPECIFIC errors that happen, and translate them to domain errors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 = None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 = sqlite3.connect(db_path)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 = pd.read_sql_query("SELECT * FROM transactions",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sqlite3.DatabaseError as exc: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DataSourceError(f"could not read {db_path}: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{exc}") from exc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df["ts"] = pd.to_datetime(df["ts"])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df["hour"] = df["ts"].dt.hour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df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finally: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med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Catch the SPECIFIC errors that happen, and translate them to domain errors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con is not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con.close()      # runs on success AND on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med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each failure path raises the right domain error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errors import DataSourceError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load_transactions('no_such.db')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DataSourceError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print('missing file -&gt;',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open('corrupt.db','wb').write(b'not a database at all')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load_transactions('corrupt.db')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DataSourceError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print('corrupt file -&gt;', type(e).__name__)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med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Validate a transaction and raise ValidationError carrying the offending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validate.py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errors import ValidationError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VALID_CATEGORIES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{"grocery","fuel","restaurant","electronics",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"online_gaming",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"jewellery","crypto_exchange",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"gift_cards","pharmacy","transport"}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validate_txn(record: dict) -&gt; dict: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"""Raise ValidationError on the first problem found."""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amount = record.get("amount")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med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Validate a transaction and raise ValidationError carrying the offending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is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ValidationError("amount", amount, "is required")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not isinstance(amount, (int, float)):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ValidationError("amount", amount, "must 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numeric")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&lt;=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ValidationError("amount", amount, "must 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positive")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&gt; 1_000_000: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ValidationError("amount", amount, "exceeds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maximum single charge")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cat = record.get("merchant_category")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cat not in VALID_CATEGORIES: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med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Validate a transaction and raise ValidationError carrying the offending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ValidationError("merchant_category", cat, "is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not a known category")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record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med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a batch where some records are bad — the batch must NOT die on the first failure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validate import validate_txn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errors import ValidationError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batch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120.0, 'merchant_category': 'grocery'},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-5.0,  'merchant_category': 'fuel'},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'abc', 'merchant_category': 'grocery'},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90.0,  'merchant_category': 'casino'},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45.0,  'merchant_category': 'transport'},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ok, rejected = [], []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i, rec in enumerate(batch):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a batch where some records are bad — the batch must NOT die on the first failure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ok.append(validate_txn(rec))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ValidationError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rejected.append((i, str(e)))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print(f'accepted {len(ok)}, rejected {len(rejected)}')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i, msg in rejected: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print(f'  row {i}: {msg}')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med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Contrast with the anti-pattern — a bare except hides the bug you needed to see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ANTI-PATTERN: never do this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 = 1 /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except:              # catches everything, including typos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and KeyboardInterrupt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print('silently wrong:', result)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Correct: name the exception you expect and can handle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 = 1 /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ZeroDivisionError as 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med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Contrast with the anti-pattern — a bare except hides the bug you needed to see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print('handled explicitly:',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med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your assistant to add a rule-level guard so one broken rule cannot stop a screen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In RuleEngine.screen, wrap each rule call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 try/except so that if one rule raises, the 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records a RuleExecutionError message on the result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continues scoring with the remaining rules. Never use 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bare except.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med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Missing and corrupt databases raise DataSourceError; the 5-record batch accepts 2 and rejects 3 with field-level messages; the learner can explain why bare except is unsafe.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med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learner computes each cardholder's own spending baseline and deviation for every transaction — the statistical foundation the AmountDeviationRule needs, done for 40 cardholders at once instead of one at a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per-cardholder baseline table and a deviation column on every transaction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pandas 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med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Compute one baseline per cardholder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load_transactions()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base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df.groupby('card_ref')['amount'].agg(['count','mean',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'median','std']).round(2)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print(base.head())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print('cardholders:', len(base))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med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Join each transaction to its cardholder baseline with transform — same shape as the original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add_deviation(df):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"""Attach each transaction's deviation from its 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cardholder baseline."""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df.copy()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df["baseline"]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df.groupby("card_ref")["amount"].transform("median")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df["dev_factor"] = (df["amount"] 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df["baseline"]).round(2)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med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Find the biggest deviations and check them against the seeded fraud flag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add_deviation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add_deviation(load_transactions())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top = df.nlargest(10,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'dev_factor')[['id','card_ref','amount','baseline',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'dev_factor','merchant_category','is_known_fraud']]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print(top.to_string(index=False))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print('\nof the top 10 deviations,',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int(top.is_known_fraud.sum()), 'are seeded fraud')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med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Measure how well deviation alone separates fraud from normal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add_deviation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add_deviation(load_transactions())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print(df.groupby('is_known_fraud')['dev_factor'].describe(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).round(2)[['count','mean','50%','max']])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  <p:transition spd="med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median not mean for the baseline — prove why with an outlier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 = pd.Series([100,110,95,105,20000])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print('mean  ', round(s.mean(),2), '&lt;- dragged up by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fraud itself')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print('median', round(s.median(),2), '&lt;- robust to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outlier')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  <p:transition spd="med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analytics lesson: the statistic you choose changes what you can detect.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  <p:transition spd="med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Baselines compute for all 40 cardholders; dev_factor is attached to every row; the top deviations are dominated by seeded fraud; the learner can justify median over mean.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  <p:transition spd="med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sorts transactions per cardholder and counts how many occur inside a rolling 10-minute window — the history the VelocityRule needs, which cannot be computed one transaction at a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txn_count_10min column plus the burst transactions it exposes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pandas 3.0, rolling 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  <p:transition spd="med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Sort by cardholder and time — order is a precondition for any window function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add_velocity(df, window: str = "10min"):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"""Count transactions per cardholder inside a rolling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time window."""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df.sort_values(["card_ref", "ts"]).copy()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counts = (df.set_index("ts")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.groupby("card_ref")["amount"]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.rolling(window).count()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.reset_index(name="txn_count_10min"))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df.merge(counts, on=["card_ref", "ts"], how="left")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  <p:transition spd="med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Find the bursts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add_velocity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add_velocity(load_transactions())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bursts = df[df.txn_count_10min &gt;= 4]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print('burst transactions:', len(bursts))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print(bursts[['card_ref','ts','amount','merchant_category',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'txn_count_10min','is_known_fraud']].head(12).to_string(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index=False))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  <p:transition spd="med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Check the hit rate of velocity as a signal on its 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add_velocity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add_velocity(load_transactions())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 = df[df.txn_count_10min &gt;= 4]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print(f'{int(b.is_known_fraud.sum())} of {len(b)} burst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transactions are seeded fraud')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print('precision:', round(100*b.is_known_fraud.mean(),1), '%')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  <p:transition spd="med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Inspect one full burst to see the pattern a fraudster leaves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add_velocity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add_velocity(load_transactions())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 = df[df.txn_count_10min &gt;= 5].card_ref.iloc[0]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win = df[df.card_ref == card].nlargest(8,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'txn_count_10min')[['ts','amount','merchant_category',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'txn_count_10min']]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print(f'card {card}');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print(win.sort_values('ts').to_string(index=False))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  <p:transition spd="med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Compute the geographic-impossibility signal the engine is still missing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numpy as np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add_geo_velocity(df):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"""Implied travel speed (km/h) between consecutive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transactions."""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df.sort_values(["card_ref", "ts"]).copy()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g = df.groupby("card_ref")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lat1, lon1 = np.radians(g["lat"].shift()),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np.radians(g["lon"].shift())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lat2, lon2 = np.radians(df["lat"]), np.radians(df["lon"])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dlat, dlon = lat2 - lat1, lon2 - lon1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 = np.sin(dlat/2)**2 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  <p:transition spd="med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Compute the geographic-impossibility signal the engine is still missing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np.cos(lat1)*np.cos(lat2)*np.sin(dlon/2)**2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km = 6371 * 2 * np.arcsin(np.sqrt(a))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hours = g["ts"].diff().dt.total_seconds() / 3600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df["implied_kmh"] = (km / hours.replace(0,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np.nan)).round(1)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  <p:transition spd="med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Find the physically impossible journeys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add_geo_velocity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add_geo_velocity(load_transactions())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 = df[df.implied_kmh &gt; 1000]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print('impossible journeys:', len(imp))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print(imp[['card_ref','ts','city','amount','implied_kmh',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'is_known_fraud']].to_string(index=False))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  <p:transition spd="med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Note: velocity and geography are only visible ACROSS rows. Row-at-a-time scoring cannot see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  <p:transition spd="med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Velocity bursts and impossible journeys are both detected, dominated by seeded fraud, and the learner can explain why these signals require sorted per-group windows.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  <p:transition spd="med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Analytics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Read SQL into a DataFrame and profile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Use try/except/else/finally and raise meaningful custom exceptions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Compute per-group statistics with split-apply-combine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Analyse ordered time-series data per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  <p:transition spd="med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Modelling with Pydantic and 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Typed Models · Validation · Endpoints · Request/Response Schemas · Auto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  <p:transition spd="med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Data Modelling with Pydantic and FastAPI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Pydantic models declare the shape of data with Python type hints and validate it at runtime, failing fast on bad input.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FastAPI turns typed Python functions into HTTP endpoints, deriving validation and OpenAPI docs from the annotations.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Separate request models from response models so the API contract is explicit and safe to change.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analytics layer stays plain Python; FastAPI is a thin transport layer over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  <p:transition spd="med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Data Modelling with Pydantic and FastAPI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13–14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Replace Hand-Written Validation with Pydantic Models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Expose the Screening Engine as a FastAPI 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15–16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Persist Screening Decisions to SQLite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Test the API with pytest and httpx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  <p:transition spd="med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replaces the manual validate_txn() from Topic 3 with a Pydantic model, getting type coercion, field constraints and structured error reporting for free — far less code, far better errors.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TransactionIn and ScreeningOut Pydantic models with field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Pydantic 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  <p:transition spd="med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Pydantic to the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pydantic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  <p:transition spd="med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the model — the constraints ARE the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schemas.py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datetime import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typing import Literal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pydantic import BaseModel, Field, field_validator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CATEGORIES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Literal["grocery","fuel","restaurant","electronics",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"online_gaming",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"jewellery","crypto_exchange",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"gift_cards","pharmacy","transport"]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TransactionIn(BaseModel):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Pydantic validates the data at runtime from the type hints.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  <p:transition spd="med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the model — the constraints ARE the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"""One transaction submitted for screening."""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card_ref: str = Field(pattern=r"^CH\d{4}$",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description="Cardholder reference")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ts: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amount: float = Field(gt=0, le=1_000_000,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description="Charge amount in SGD")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merchant_category: CATEGORIES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city: str = Field(min_length=2, max_length=64)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lat: float = Field(ge=-90, le=90)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lon: float = Field(ge=-180, le=180)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@field_validator("city")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@classmethod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  <p:transition spd="med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the model — the constraints ARE the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title_case_city(cls, v: str)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v.strip().title()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  <p:transition spd="med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Compare against Topic 3 — one model replaces the whole hand-written validator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TransactionIn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good = TransactionIn(card_ref='CH0001',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ts='2026-04-15T02:14:00', amount=4820.50,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merchant_category='jewellery',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city='singapore', lat=1.3521, lon=103.8198)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print(good)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print('city normalised to:', good.city)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print('ts coerced to:', type(good.ts).__name__)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  <p:transition spd="med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Read a validation failure — Pydantic reports EVERY problem, not just the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889503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615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pydantic import ValidationError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TransactionIn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TransactionIn(card_ref='BAD', ts='not-a-date', amount=-5,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merchant_category='casino', city='X',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lat=999, lon=0)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ValidationError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for err in e.errors():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print(f\"  {'.'.join(str(x) for x in err['loc']):&lt;20}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{err['msg']}\")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  <p:transition spd="med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8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response model separately — request and response are different contracts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schemas.py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RuleHit(BaseModel):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rule_name: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score: float = Field(ge=0, le=1)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reason: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ScreeningOut(BaseModel):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"""What the screening service returns."""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composite_score: float = Field(ge=0, le=1)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flagged: bool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decision: Literal["approve", "review", "decline"]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hits: list[RuleHit] = []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Pydantic validates the data at runtime from the type hints.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  <p:transition spd="med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8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response model separately — request and response are different contracts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errors: list[str] = []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  <p:transition spd="med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Serialise to JSON — the wire format comes free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889503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615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ScreeningOut, RuleHit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out = ScreeningOut(card_ref='CH0023', composite_score=0.933,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flagged=True, decision='decline',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hits=[RuleHit(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rule_name='AmountDeviationRule',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score=1.0, reason='26.89x baseline'),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RuleHit(rule_name='UnusualHourRule',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score=0.8, reason='02:00')])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print(out.model_dump_json(indent=2))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  <p:transition spd="med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8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real database rows THROUGH the model to catch any dirty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pydantic import ValidationError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TransactionIn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con.row_factory = sqlite3.Row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ok = bad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r in con.execute('SELECT * FROM transactions LIMIT 500'):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TransactionIn(**{k: r[k] for k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('card_ref','ts','amount',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'merchant_category','city','lat','lon')})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ok +=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  <p:transition spd="med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8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real database rows THROUGH the model to catch any dirty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17043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ValidationError: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bad +=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print(f'validated {ok}, rejected {bad}')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  <p:transition spd="med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trade: hand-written validation is explicit but verbose; Pydantic is declarative and reports all errors at once.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  <p:transition spd="med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Valid input constructs and normalises; invalid input reports every field error; ScreeningOut serialises to JSON; 500 real rows validate cleanly.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  <p:transition spd="med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wraps the Topic 2 RuleEngine in a FastAPI POST endpoint. The engine is not modified at all — FastAPI is a thin transport layer over logic that already works.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running API with POST /screen, GET /health and automatic OpenAPI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FastAPI, uvicorn, Pydantic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  <p:transition spd="med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web dependencies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fastapi uvicorn[standard] httpx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  <p:transition spd="med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1/5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main.py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fastapi import FastAPI, HTTPException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TransactionIn, ScreeningOut, RuleHit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UnusualHourRule,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HighRiskCategoryRule, VelocityRule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engine import RuleEngine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app = FastAPI(title="CardGuard Screening API",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version="1.0.0")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  <p:transition spd="med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2/5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ENGINE = RuleEngine([AmountDeviationRule(), UnusualHourRule(),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HighRiskCategoryRule(), VelocityRule()])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get_holder(card_ref: str) -&gt; Cardholder: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 = sqlite3.connect("cardguard.db")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row = con.execute("SELECT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card_ref,name,home_city,typical_amount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"FROM cardholders WHERE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card_ref=?", (card_ref,)).fetchone()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finally: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con.close()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row is None: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  <p:transition spd="med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3/5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HTTPException(status_code=404, detail=f"unknown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card_ref {card_ref}")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Cardholder(*row)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decide(score: float)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score &gt;= 0.80: return "decline"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score &gt;= 0.55: return "review"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"approve"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@app.get("/health")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health() -&gt; dict: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{"status": "ok"}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  <p:transition spd="med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4/5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@app.post("/screen", response_model=ScreeningOut)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screen(txn_in: TransactionIn) -&gt; ScreeningOut: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"""Score one transaction and return the decision with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reasons."""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holder = get_holder(txn_in.card_ref)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txn = Transaction(id=0, card_ref=txn_in.card_ref,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ts=txn_in.ts,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amount=txn_in.amount,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merchant_category=txn_in.merchant_category,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city=txn_in.city, lat=txn_in.lat,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lon=txn_in.lon)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 = ENGINE.screen(txn, holder, [])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ScreeningOut(card_ref=result.card_ref,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  <p:transition spd="med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5/5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composite_score=result.composite_score,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flagged=result.flagged,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decision=decide(result.composite_score),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hits=[RuleHit(rule_name=r.rule_name,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score=r.score, reason=r.reason)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    for r in result.results if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r.score &gt; 0],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errors=result.errors)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  <p:transition spd="med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Start the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uvicorn main:app --reload --port 8000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  <p:transition spd="med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Open the auto-generated interactive docs — you wrote no OpenAPI spec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open http://127.0.0.1:8000/docs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  <p:transition spd="med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clearly fraudulent transaction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'{"card_ref":"CH0023","ts":"2026-04-15T02:14:00",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"amount":5128.33,"merchant_category":"jewellery",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"city":"Singapore","lat":1.3521,"lon":103.8198}'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  <p:transition spd="med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normal grocery run and compare the decision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'{"card_ref":"CH0001","ts":"2026-04-15T10:30:00",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"amount":86.40,"merchant_category":"grocery",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"city":"Singapore","lat":1.3521,"lon":103.8198}'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  <p:transition spd="med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Send invalid input — FastAPI rejects it with 422 before your code runs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'{"card_ref":"NOPE","ts":"2026-04-15T10:30:00",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"amount":-5,"merchant_category":"casino","city":"S",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"lat":1.35,"lon":103.8}' |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  <p:transition spd="med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Send an unknown card and confirm the 404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-i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'{"card_ref":"CH9999","ts":"2026-04-15T10:30:00",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"amount":50,"merchant_category":"grocery",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"city":"Singapore","lat":1.35,"lon":103.8}' | head -1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  <p:transition spd="med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GET /health returns ok; the fraud transaction returns decline with reasons; the grocery transaction returns approve; bad input returns 422; an unknown card returns 404.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  <p:transition spd="med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learner adds a repository layer that records every screening decision, so the service builds an audit trail — a regulatory requirement for real fraud systems, and the data the Topic 5 dashboard reads.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screenings table plus a repository module with save and query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sqlite3, 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  <p:transition spd="med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the audit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repository.py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json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contextlib import contextmanager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pathlib import Path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DB = "cardguard.db"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@contextmanager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connect(db_path: str = DB):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"""Connection that always commits or rolls back,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always closes."""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 = sqlite3.connect(db_path)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  <p:transition spd="med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the audit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con.row_factory = sqlite3.Row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yield con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con.commit()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Exception: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con.rollback()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finally: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con.close()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init_schema(db_path: str = DB)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connect(db_path)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con.execute("""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  <p:transition spd="med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the audit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CREATE TABLE IF NOT EXISTS screenings 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id INTEGER PRIMARY KEY AUTOINCREMENT,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card_ref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ts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amount REAL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merchant_category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composite_score REAL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decision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hits_json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screened_at TEXT NOT NULL DEFAULT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(datetime('now')))""")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con.execute("CREATE INDEX IF NOT EXISTS idx_scr_card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ON screenings(card_ref)")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  <p:transition spd="med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save and query functions — parameterised, never string-formatted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repository.py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save_screening(txn_in, result, db_path: str = DB) -&gt; int: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"""Record one decision; returns the new row id."""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connect(db_path)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cur = con.execute(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"INSERT INTO screenings (card_ref, ts, 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merchant_category,"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 composite_score, decision, hits_json) VALUES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(?,?,?,?,?,?,?)",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(txn_in.card_ref, txn_in.ts.isoformat(),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txn_in.amount,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txn_in.merchant_category,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result.composite_score, result.decision,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  <p:transition spd="med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save and query functions — parameterised, never string-formatted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json.dumps([h.model_dump() for h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result.hits])))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cur.lastrowid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recent_screenings(limit: int = 20, db_path: str = DB) 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list[dict]: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connect(db_path)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rows = con.execute(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"SELECT * FROM screenings ORDER BY id DESC LIMIT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?", (limit,)).fetchall()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[dict(r) for r in rows]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decision_counts(db_path: str = DB) -&gt; dict[str, int]: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  <p:transition spd="med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save and query functions — parameterised, never string-formatted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connect(db_path)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rows = con.execute(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"SELECT decision, COUNT(*) n FROM screenings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GROUP BY decision").fetchall()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{r["decision"]: r["n"] for r in rows}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  <p:transition spd="med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Show why parameterised queries matter — the injection an f-string would allow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 = \"CH0001'; DROP TABLE screenings; --\"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print('UNSAFE would build:')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print(f\"  SELECT * FROM screenings WHERE card_ref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'{card}'\")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print('SAFE passes the value separately: con.execute(sql,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(card,))')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  <p:transition spd="med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Wire persistence into the 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main.py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repository import init_schema, save_screening,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recent_screenings, decision_counts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@app.on_event("startup")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_startup()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init_schema()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inside screen(), just before returning: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    save_screening(txn_in, out)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@app.get("/screenings")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list_screenings(limit: int = 20) -&gt; list[dict]: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  <p:transition spd="med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Wire persistence into the 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"""Recent decisions, newest first — the audit trail."""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recent_screenings(limit)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@app.get("/stats")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stats() -&gt; dict: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"""Decision counts for the dashboard."""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decision_counts()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  <p:transition spd="med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Restart and post several transactions to build 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amt in 86.40 5128.33 240.00 3900.00; do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"Content-Type: application/json"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"{\"card_ref\":\"CH0001\",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\"ts\":\"2026-04-15T02:30:00\",\"amount\":$amt,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\"merchant_category\":\"electronics\",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\"city\":\"Singapore\",\"lat\":1.3521,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\"lon\":103.8198}" &gt; /dev/null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http://127.0.0.1:8000/stats |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  <p:transition spd="med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Read the audit trail 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'http://127.0.0.1:8000/screenings?limit=5' | python3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  <p:transition spd="med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rollback works — a failed write must leave no partial 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repository as repo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repo.init_schema()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before = len(repo.recent_screenings(1000))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repo.connect()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con.execute('INSERT INTO screenings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(card_ref,ts,amount,merchant_category,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composite_score,decision,hits_json)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VALUES (?,?,?,?,?,?,?)',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('CH0001','2026-04-15T10:00:00',50.0,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'grocery',0.1,'approve','[]'))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  <p:transition spd="med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rollback works — a failed write must leave no partial 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RuntimeError('simulated failure after insert')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RuntimeError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print('caught:',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after = len(repo.recent_screenings(1000))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print(f'rows before {before}, after {after} -&gt; rolled back: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{before == after}')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  <p:transition spd="med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Screenings persist and are queryable via /screenings and /stats; the injection demo shows why parameters are used; the rollback test proves the row count is unchanged after a mid-transaction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  <p:transition spd="med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writes a test suite covering the happy path, validation failures and persistence — so that later refactoring and deployment changes are provably safe.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passing pytest suite against the screening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pytest, FastAPI TestClient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  <p:transition spd="med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test dependencies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--dev pytest httpx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pytest discovers test_* functions and reports each assertion.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  <p:transition spd="med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tests for the decision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test_api.py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pytest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fastapi.testclient import TestClient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main import 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client = TestClient(app)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post(**overrides):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body = {"card_ref": "CH0001", "ts":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"2026-04-15T10:30:00", "amount": 86.40,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"merchant_category": "grocery", "city":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"Singapore",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"lat": 1.3521, "lon": 103.8198}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pytest discovers test_* functions and reports each assertion.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  <p:transition spd="med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tests for the decision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body.update(overrides)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client.post("/screen", json=body)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test_health():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client.get("/health").json() == {"status": "ok"}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test_normal_transaction_is_approved():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 = post()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r.status_code == 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r.json()["decision"] == "approve"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test_large_offhours_transaction_is_escalated():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 = post(amount=5128.33, merchant_category="jewellery",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assertion is the test — it must fail before you trust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pytest discovers test_* functions and reports each assertion.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  <p:transition spd="med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tests for the decision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ts="2026-04-15T02:14:00")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body = r.json()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body["decision"] in {"review", "decline"}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body["hits"], "an escalated decision must carry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its reasons"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assertion is the test — it must fail before you trust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  <p:transition spd="med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tests for the failure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test_api.py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@pytest.mark.parametrize("bad",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{"amount": -5},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{"amount": 0},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{"card_ref": "NOPE"},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{"merchant_category": "casino"},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{"lat": 999},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test_invalid_input_is_rejected(bad):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post(**bad).status_code == 422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test_unknown_card_returns_404():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post(card_ref="CH9999").status_code == 404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assertion is the test — it must fail before you trust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pytest discovers test_* functions and reports each assertion.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  <p:transition spd="med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tests for the failure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test_screening_is_persisted():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before = len(client.get("/screenings?limit=1000").json())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post()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after = len(client.get("/screenings?limit=1000").json())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after == before + 1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assertion is the test — it must fail before you trust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pytest discovers test_* functions and reports each assertion.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  <p:transition spd="med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the suite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pytest -v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pytest discovers test_* functions and reports each assertion.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  <p:transition spd="med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Check what the tests actually cover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--dev pytest-cov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pytest --cov=. --cov-report=term-missing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pytest discovers test_* functions and reports each assertion.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  <p:transition spd="med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your assistant to write a test for a gap — then verify it FAILS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17043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Write a pytest test asserting that POST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/screen with amount exactly 1000000 succeeds but 1000001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returns 422, matching the Field(le=1_000_000) constraint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 TransactionIn.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pytest discovers test_* functions and reports each assertion.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  <p:transition spd="med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discipline: a test you have never seen fail is a test you cannot trust.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  <p:transition spd="med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tests pass; invalid inputs are parameterised and rejected with 422; the persistence test proves a row is written per screening.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  <p:transition spd="med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Data Modelling with Pydantic and FastAPI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Declare data shape with type hints and validate at runtime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Turn typed Python functions into HTTP endpoints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Write application state to a database from the API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Write automated tests for a FastAPI 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  <p:transition spd="med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Packaging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uv Lockfiles · Configuration · Containers · Deploying a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  <p:transition spd="med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Packaging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uv.lock pins exact versions so the application installs identically in development and production.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Configuration belongs in environment variables, never hard-coded — secrets must never be committed.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container image bundles the interpreter, dependencies and application code into one deployable artifact.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deployment is not done until the running service has been verified with a real request against a health endpoint.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  <p:transition spd="med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Packaging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17–18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Fraud Analyst Dashboard with Streamlit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Externalise Configuration and Protect Secrets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19–20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Lock Dependencies and Containerise the API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Deploy the Full Stack with Docker Compose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  <p:transition spd="med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learner builds the third tier: a Streamlit dashboard a fraud analyst actually uses — review queue, screening form and trend charts — calling the FastAPI service rather than reaching into the database.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running Streamlit dashboard with live screening, a review queue and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Streamlit, FastAPI, httpx, 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  <p:transition spd="med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Streamlit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streamlit httpx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re-runs the whole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  <p:transition spd="med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1/5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httpx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streamlit as 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API = st.secrets.get("api_url", "http://127.0.0.1:8000")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st.set_page_config(page_title="CardGuard",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page_icon="\U0001F6E1", layout="wide")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st.title("CardGuard — Fraud Screening Console")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with st.sidebar: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st.header("Screen a transaction")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re-runs the whole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  <p:transition spd="med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2/5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 = st.text_input("Card reference", "CH0001")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amount = st.number_input("Amount (SGD)", min_value=0.01,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value=86.40, step=10.0)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category = st.selectbox("Merchant category",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["grocery","fuel","restaurant",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"electronics","online_gaming",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"jewellery","crypto_exchange",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"gift_cards","pharmacy","transport"])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hour = st.slider("Hour of day", 0, 23, 10)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submitted = st.button("Screen", type="primary")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re-runs the whole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  <p:transition spd="med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3/5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if submitted: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payload = {"card_ref": card_ref, "ts":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f"2026-04-15T{hour:02d}:30:00",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"amount": float(amount), "merchant_category":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category,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"city": "Singapore", "lat": 1.3521, "lon":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103.8198}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 = httpx.post(f"{API}/screen", json=payload,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timeout=10)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r.raise_for_status()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out = r.json()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httpx.HTTPStatusError as exc: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  <p:transition spd="med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4/5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st.error(f"API rejected the request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({exc.response.status_code}): {exc.response.text}")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httpx.RequestError: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st.error("Cannot reach the screening API. Is 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running on port 8000?")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colour = {"approve": "green", "review": "orange",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"decline": "red"}[out["decision"]]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st.markdown(f"### Decision: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:{colour}[{out['decision'].upper()}]")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st.metric("Composite score", out["composite_score"])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out["hits"]: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st.dataframe(pd.DataFrame(out["hits"]),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re-runs the whole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  <p:transition spd="med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5/5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width="stretch")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st.info("No rule fired on this transaction.")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re-runs the whole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  <p:transition spd="med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review queue and trend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app.py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st.divider()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left, right = st.columns([2, 1])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rows = httpx.get(f"{API}/screenings", params={"limit":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200}, timeout=10).json()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stats = httpx.get(f"{API}/stats", timeout=10).json()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httpx.RequestError: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st.warning("API unavailable — showing no history.")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rows, stats = [],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with left: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re-runs the whole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  <p:transition spd="med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review queue and trend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st.subheader("Recent screenings")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rows: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 = pd.DataFrame(rows)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df["screened_at"] = pd.to_datetime(df["screened_at"])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st.dataframe(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df[["card_ref","amount",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"merchant_category","composite_score",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"decision","screened_at"]],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width="stretch", height=340)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st.info("No screenings yet — submit one from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sidebar.")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re-runs the whole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  <p:transition spd="med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review queue and trend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with right: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st.subheader("Decisions")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stats: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st.bar_chart(pd.Series(stats, name="count"))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total = sum(stats.values())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flagged = stats.get("review", 0) +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stats.get("decline", 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st.metric("Flag rate", f"{100 * flagged 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total:.1f}%" if total else "—")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re-runs the whole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  <p:transition spd="med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both tiers — API in one terminal, UI in another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terminal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uvicorn main:app --reload --port 8000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terminal 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streamlit run app.py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re-runs the whole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  <p:transition spd="med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normal transaction in the UI and watch it land in the 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open http://localhost:8501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  <p:transition spd="med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$5,000 jewellery charge at 02:00 and confirm it turns 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  <p:transition spd="med">
    <p:fade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Stop the API and confirm the UI degrades gracefully instead of crashing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stop uvicorn (Ctrl-C), then click Screen in the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  <p:transition spd="med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architecture: the UI never touches SQLite. Swapping the database would not change app.py at 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  <p:transition spd="med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dashboard screens transactions live, colour-codes decisions, lists the review queue and charts decision counts; with the API stopped it shows a clear error rather than a traceback.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  <p:transition spd="med">
    <p:fade/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learner replaces every hard-coded value with typed settings loaded from the environment, and ensures secrets can never be committed — the change that makes the same image runnable in dev and 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typed Settings object, a .env file and a .gitignore that excludes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pydantic-settings, python-dotenv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  <p:transition spd="med">
    <p:fade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Find every hard-coded value in the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grep -rn '127.0.0.1\|8000\|cardguard.db\|0.55\|0.80'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--include='*.py' . | grep -v '.venv'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  <p:transition spd="med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typed settings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pydantic-settings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  <p:transition spd="med">
    <p:fade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9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configuration as a validated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pydantic_settings import BaseSettings, SettingsConfigDict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Settings(BaseSettings):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"""All runtime configuration, validated at startup."""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model_config = SettingsConfigDict(env_file=".env",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env_prefix="CARDGUARD_")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db_path: str = "cardguard.db"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api_url: str = "http://127.0.0.1:8000"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review_threshold: float = 0.55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decline_threshold: float = 0.80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velocity_window_minutes: int = 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  <p:transition spd="med">
    <p:fade/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9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configuration as a validated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log_level: str = "INFO"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settings = Settings()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  <p:transition spd="med">
    <p:fade/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.env for local development and EXCLUDE it from git immediately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.env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CARDGUARD_DB_PATH=cardguard.db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CARDGUARD_REVIEW_THRESHOLD=0.55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CARDGUARD_DECLINE_THRESHOLD=0.80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CARDGUARD_LOG_LEVEL=DEBUG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  <p:transition spd="med">
    <p:fade/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gitignore entries BEFORE the first 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.gitignore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.env.*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!.env.example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.venv/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__pycache__/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*.db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.pytest_cache/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  <p:transition spd="med">
    <p:fade/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Commit a .env.example instead, so a new joiner knows what to 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.env.example — safe to commit, contains no real values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CARDGUARD_DB_PATH=cardguard.db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CARDGUARD_REVIEW_THRESHOLD=0.55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CARDGUARD_DECLINE_THRESHOLD=0.80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CARDGUARD_LOG_LEVEL=INFO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  <p:transition spd="med">
    <p:fade/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Replace the hard-coded thresholds with settings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main.py (replace decide())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config import 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decide(score: float)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score &gt;= settings.decline_threshold: return "decline"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score &gt;= settings.review_threshold:  return "review"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"approve"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  <p:transition spd="med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configuration is live — override without editing any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config import 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print('default review threshold:', settings.review_threshold)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CARDGUARD_REVIEW_THRESHOLD=0.30 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config import 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print('overridden by environment:', settings.review_threshold)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  <p:transition spd="med">
    <p:fade/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.env is genuinely ignored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git check-ignore -v .env &amp;&amp; echo 'SAFE: .env will not 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committed'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  <p:transition spd="med">
    <p:fade/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Settings load from .env; an environment variable overrides them without a code change; git check-ignore confirms .env is excluded; .env.example is committed in its 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  <p:transition spd="med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writes a multi-stage Dockerfile that installs from uv.lock, runs as a non-root user, and produces an image that behaves identically on any machine.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built Docker image running the screening API with a health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Docker, uvicorn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  <p:transition spd="med">
    <p:fade/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the lockfile is current and committed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lock --check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git add uv.lock pyproject.toml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  <p:transition spd="med">
    <p:fade/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9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Dockerfile — multi-stage keeps the final image small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Dockerfile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ghcr.io/astral-sh/uv:python3.12-bookworm-slim AS builder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WORKDIR /app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ENV UV_COMPILE_BYTECODE=1 UV_LINK_MODE=copy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Install dependencies first so this layer caches across code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changes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pyproject.toml uv.lock ./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RUN uv sync --frozen --no-install-project --no-dev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.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RUN uv sync --frozen --no-dev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  <p:transition spd="med">
    <p:fade/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9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Dockerfile — multi-stage keeps the final image small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python:3.12-slim-bookworm AS runtime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RUN useradd --create-home --uid 1000 appuser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WORKDIR /app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--from=builder --chown=appuser:appuser /app /app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ENV PATH="/app/.venv/bin:$PATH" PYTHONUNBUFFERED=1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USER appuser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EXPOSE 8000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HEALTHCHECK --interval=30s --timeout=3s --retries=3 \\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CMD python -c "import httpx,sys; sys.exit(0 if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httpx.get(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'http://127.0.0.1:8000/health').status_code==200 else 1)"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CMD ["uvicorn", "main:app", "--host", "0.0.0.0", "--port",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"8000"]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  <p:transition spd="med">
    <p:fade/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Exclude everything the image does not need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.dockerignore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.venv/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.git/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*.db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__pycache__/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.pytest_cache/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tests/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*.md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  <p:transition spd="med">
    <p:fade/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build -t cardguard-api:1.0 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  <p:transition spd="med">
    <p:fade/>
  </p:transition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Check the size — multi-stage should keep it well under 300MB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images cardguard-api:1.0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  <p:transition spd="med">
    <p:fade/>
  </p:transition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it, passing configuration as environment variables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run -d --name cardguard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-p 8000:8000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-e CARDGUARD_REVIEW_THRESHOLD=0.55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-e CARDGUARD_LOG_LEVEL=INFO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-v "$(pwd)/cardguard.db:/app/cardguard.db"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cardguard-api:1.0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  <p:transition spd="med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the container is healthy and answering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ps --filter name=cardguard --format 'table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{{.Names}}\t{{.Status}}'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http://127.0.0.1:8000/health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  <p:transition spd="med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transaction against the CONTAINER, not your laptop's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'{"card_ref":"CH0023","ts":"2026-04-15T02:14:00",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"amount":5128.33,"merchant_category":"jewellery",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"city":"Singapore","lat":1.3521,"lon":103.8198}'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  <p:transition spd="med">
    <p:fade/>
  </p:transition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Read the logs and confirm it runs as a non-root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logs cardguard --tail 20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exec cardguard whoami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  <p:transition spd="med">
    <p:fade/>
  </p:transition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image builds, runs as appuser, reports healthy, and returns a decline decision for the fraud transaction posted to the container.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  <p:transition spd="med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learner composes the API and the Streamlit UI into one stack with a shared volume and dependency ordering, then verifies the deployment end to end — the final integration of everything built in Topics 1-5.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running two-service stack verified with a real screening through the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Docker Compose, FastAPI, Streamlit, 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  <p:transition spd="med">
    <p:fade/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Dockerfile for the UI tier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Dockerfile.ui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ghcr.io/astral-sh/uv:python3.12-bookworm-slim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WORKDIR /app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ENV UV_COMPILE_BYTECODE=1 UV_LINK_MODE=copy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pyproject.toml uv.lock ./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RUN uv sync --frozen --no-dev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.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ENV PATH="/app/.venv/bin:$PATH"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EXPOSE 8501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CMD ["streamlit", "run", "app.py",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"--server.address=0.0.0.0", "--server.port=8501"]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re-runs the whole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  <p:transition spd="med">
    <p:fade/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10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Compose the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compose.yaml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services: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api: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build: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ports: ["8000:8000"]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environment: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CARDGUARD_DB_PATH: /data/cardguard.db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CARDGUARD_REVIEW_THRESHOLD: "0.55"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CARDGUARD_DECLINE_THRESHOLD: "0.80"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volumes: ["cardguard-data:/data"]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healthcheck: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test: ["CMD", "python", "-c", "import httpx,sys;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sys.exit(0 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  <p:transition spd="med">
    <p:fade/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10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Compose the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httpx.get(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'http://127.0.0.1:8000/health').status_code==2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00 else 1)"]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interval: 10s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timeout: 3s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retries: 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ui: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build: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context: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dockerfile: Dockerfile.ui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ports: ["8501:8501"]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environment: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  <p:transition spd="med">
    <p:fade/>
  </p:transition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10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Compose the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CARDGUARD_API_URL: http://api:8000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depends_on: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api: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condition: service_healthy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volumes: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cardguard-data: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  <p:transition spd="med">
    <p:fade/>
  </p:transition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Point the UI at the service name — inside the network it is not localhost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app.py (replace the API constant)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os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API = os.getenv("CARDGUARD_API_URL", "http://127.0.0.1:8000")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every line before you run it — you own the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  <p:transition spd="med">
    <p:fade/>
  </p:transition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Bring the stack 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up --build -d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  <p:transition spd="med">
    <p:fade/>
  </p:transition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the UI waited for the API to become healthy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ps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logs api --tail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  <p:transition spd="med">
    <p:fade/>
  </p:transition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Seed the database inside the running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exec api python mockdata.py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exec api ls -la /data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  <p:transition spd="med">
    <p:fade/>
  </p:transition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end to end through the browser — screen a fraudulent charge in the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open http://localhost:8501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  <p:transition spd="med">
    <p:fade/>
  </p:transition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the API tier independently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http://127.0.0.1:8000/health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http://127.0.0.1:8000/stats |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  <p:transition spd="med">
    <p:fade/>
  </p:transition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9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data survives a restart — this is what the volume is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restart api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sleep 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http://127.0.0.1:8000/stats |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  <p:transition spd="med">
    <p:fade/>
  </p:transition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10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Tear down, keeping the data 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down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volume ls | grep cardguard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  <p:transition spd="med">
    <p:fade/>
  </p:transition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services start, the UI waits for the API health check, a screening submitted in the browser is stored and visible via /stats, and the data survives a container restart.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  <p:transition spd="med">
    <p:fade/>
  </p:transition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Packaging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Create a data application UI that consumes the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Move settings out of code into the environment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Package the application into a reproducible image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Run and verify a multi-service 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  <p:transition spd="med">
    <p:fade/>
  </p:transition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  <p:transition spd="med">
    <p:fade/>
  </p:transition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Vibe Coding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vibe coding practices — set up a reproducible Python project with uv, and use an AI coding assistant to scaffold, explain and refactor working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Object-Oriented Python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Design and implement object-oriented Python — classes, encapsulation, inheritance and composition — using AI-assisted conversational design.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pandas Analytics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 data analytics pipelines with pandas — load, clean, transform, group and aggregate realistic datasets into reportable results.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Pydantic &amp; FastAPI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Model and validate data with Pydantic and expose it through a FastAPI application with typed request and response models.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Package &amp; Deploy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Package and deploy a Python application — dependency locking, configuration, containerisation and a running deployed service.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  <p:transition spd="med">
    <p:fade/>
  </p:transition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to Go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Rebuild CardGuard from scratch on your own machine, using your AI assistant for every step.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a new fraud rule and a matching pytest test, then redeploy the container.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Swap SQLite for PostgreSQL — the repository layer is the only module that should change.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Publish your image to a registry and deploy it to a cloud host.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Practise the four-part prompt pattern on your own work: goal, constraints, inputs, expected output.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  <p:transition spd="med">
    <p:fade/>
  </p:transition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Practising After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Re-run the labs on your own machine — repetition is what makes the skills stick.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the techniques to a real process or project in your own organisation.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Your course material stays available at https://lms-tms.tertiaryinfotech.com/.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Explore the follow-on courses at www.tertiarycourses.com.sg.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  <p:transition spd="med">
    <p:fade/>
  </p:transition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THANK YOU FOR ATTENDING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now have the practical skills from every lab in this course — keep applying them to your own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Vibe Coding for Python Applications  ·  C179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